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N100 Financial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Submission</a:t>
            </a:r>
          </a:p>
          <a:p>
            <a:r>
              <a:t>Automated Analytics for India's Top 92 Companies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analysts spend hundreds of hours manually compiling data.</a:t>
            </a:r>
          </a:p>
          <a:p>
            <a:pPr lvl="1"/>
            <a:r>
              <a:t>Our solution automates this entire pipeline.</a:t>
            </a:r>
          </a:p>
          <a:p>
            <a:pPr lvl="1"/>
            <a:r>
              <a:t>We built a scalable data platform to ingest, normalize, and analyze the top 92 Indian companies, generating real-time insights and automated PDF tearsheets.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Pipeline: Python (pandas) -&gt; SQLite</a:t>
            </a:r>
          </a:p>
          <a:p>
            <a:r>
              <a:t>Machine Learning: scikit-learn (KMeans Clustering)</a:t>
            </a:r>
          </a:p>
          <a:p>
            <a:r>
              <a:t>Backend API: FastAPI (16 endpoints)</a:t>
            </a:r>
          </a:p>
          <a:p>
            <a:r>
              <a:t>Reporting: ReportLab (Automated PDFs)</a:t>
            </a:r>
          </a:p>
          <a:p>
            <a:r>
              <a:t>Testing: Pytest (74 robust unit/integration tests)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 100+ Automated Reports Generated (Company, Sector, Portfolio)</a:t>
            </a:r>
          </a:p>
          <a:p>
            <a:r>
              <a:t>Unsupervised Machine Learning for Company Archetype Clustering</a:t>
            </a:r>
          </a:p>
          <a:p>
            <a:r>
              <a:t>Dynamic Data Screener API</a:t>
            </a:r>
          </a:p>
          <a:p>
            <a:r>
              <a:t>Heuristic Rule Engine for Auto-Generating Pros &amp; Cons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20 Acceptance Gates Passed. Ready for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